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832B4E5B-2117-4C6A-88A6-C4AF7B30ECC2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Visualization Lab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165A1C1F-C4EF-4B9C-874F-2A20BC7A5FE1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26/08/2026 17:28:37 CEST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2" name="slide2">
            <a:extLst>
              <a:ext uri="{FF2B5EF4-FFF2-40B4-BE49-F238E27FC236}">
                <a16:creationId xmlns:a16="http://schemas.microsoft.com/office/drawing/2014/main" id="{E1FE4EEA-9CF2-485F-950C-0AA0AA9CF8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3" name="slide3">
            <a:extLst>
              <a:ext uri="{FF2B5EF4-FFF2-40B4-BE49-F238E27FC236}">
                <a16:creationId xmlns:a16="http://schemas.microsoft.com/office/drawing/2014/main" id="{6E73F62E-D8CF-4F11-BB76-0ADEE4D152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4" name="slide4">
            <a:extLst>
              <a:ext uri="{FF2B5EF4-FFF2-40B4-BE49-F238E27FC236}">
                <a16:creationId xmlns:a16="http://schemas.microsoft.com/office/drawing/2014/main" id="{77CAF6D1-1B8F-43E9-9DAC-ACCAF800DF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4" id="5" name="slide5">
            <a:extLst>
              <a:ext uri="{FF2B5EF4-FFF2-40B4-BE49-F238E27FC236}">
                <a16:creationId xmlns:a16="http://schemas.microsoft.com/office/drawing/2014/main" id="{7EABA6D4-70F2-49E0-8BBA-5B1CFDD7DA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5" id="6" name="slide6">
            <a:extLst>
              <a:ext uri="{FF2B5EF4-FFF2-40B4-BE49-F238E27FC236}">
                <a16:creationId xmlns:a16="http://schemas.microsoft.com/office/drawing/2014/main" id="{BE1C478C-3EED-456E-B548-66C73E6DB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6" id="7" name="slide7">
            <a:extLst>
              <a:ext uri="{FF2B5EF4-FFF2-40B4-BE49-F238E27FC236}">
                <a16:creationId xmlns:a16="http://schemas.microsoft.com/office/drawing/2014/main" id="{E34507C2-9D5F-45A8-B6FD-BB8A2962C55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7" id="8" name="slide8">
            <a:extLst>
              <a:ext uri="{FF2B5EF4-FFF2-40B4-BE49-F238E27FC236}">
                <a16:creationId xmlns:a16="http://schemas.microsoft.com/office/drawing/2014/main" id="{63DF164F-6A0D-41B3-8619-3565CCF52CE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8" id="9" name="slide9">
            <a:extLst>
              <a:ext uri="{FF2B5EF4-FFF2-40B4-BE49-F238E27FC236}">
                <a16:creationId xmlns:a16="http://schemas.microsoft.com/office/drawing/2014/main" id="{356A5C51-35A6-4AE8-9AF6-2EA586C06AD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2026-08-26T15:28:38Z</dcterms:created>
  <dcterms:modified xsi:type="dcterms:W3CDTF">2026-08-26T15:28:38Z</dcterms:modified>
</cp:coreProperties>
</file>